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用户提供：2026-07-13/18_李思钰_6.jpg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用户提供：2026-07-13、2026-07-20 两个原始文件夹（当前目录统计）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用户提供：2026-07-20/4_陈静菡_7.jpg</a:t>
            </a:r>
          </a:p>
          <a:p>
            <a:r>
              <a:t>- 用户提供：2026-07-20/13_胡筝_1.jpg</a:t>
            </a:r>
          </a:p>
          <a:p>
            <a:r>
              <a:t>- 用户提供：2026-07-20/16_李睿琪_1.jpg</a:t>
            </a:r>
          </a:p>
          <a:p>
            <a:r>
              <a:t>- 用户提供：2026-07-20/23_缪奕安_1.pptx（第5页）</a:t>
            </a:r>
          </a:p>
          <a:p>
            <a:r>
              <a:t>- 用户提供：2026-07-20/26_钱肖白_1.jpg</a:t>
            </a:r>
          </a:p>
          <a:p>
            <a:r>
              <a:t>- 用户提供：2026-07-13/36_许诺_7.jpg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用户提供：2026-07-13/7_段朝荣_1.mp4（视频定格）</a:t>
            </a:r>
          </a:p>
          <a:p>
            <a:r>
              <a:t>- 用户提供：2026-07-13/11_郭凯泽_1.jpg</a:t>
            </a:r>
          </a:p>
          <a:p>
            <a:r>
              <a:t>- 用户提供：2026-07-20/20_李易辰_1.jpg</a:t>
            </a:r>
          </a:p>
          <a:p>
            <a:r>
              <a:t>- 用户提供：2026-07-20/25_彭子轩_1.jpg</a:t>
            </a:r>
          </a:p>
          <a:p>
            <a:r>
              <a:t>- 用户提供：2026-07-20/41_张立璞_1.jpg</a:t>
            </a:r>
          </a:p>
          <a:p>
            <a:r>
              <a:t>- 用户提供：2026-07-20/42_张梓宁_1.jpg</a:t>
            </a:r>
          </a:p>
          <a:p>
            <a:r>
              <a:t>- 用户提供：2026-07-13/45_朱海铭_1.jpg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用户提供：2026-07-20/10_龚哲_3.jpg</a:t>
            </a:r>
          </a:p>
          <a:p>
            <a:r>
              <a:t>- 用户提供：2026-07-13/12_何辰萱_1.jpg</a:t>
            </a:r>
          </a:p>
          <a:p>
            <a:r>
              <a:t>- 用户提供：2026-07-13/21_刘瑾萱_1.jpg</a:t>
            </a:r>
          </a:p>
          <a:p>
            <a:r>
              <a:t>- 用户提供：2026-07-20/24_彭皓_1.jpg</a:t>
            </a:r>
          </a:p>
          <a:p>
            <a:r>
              <a:t>- 用户提供：2026-07-20/27_盛雨秋_2.jpg</a:t>
            </a:r>
          </a:p>
          <a:p>
            <a:r>
              <a:t>- 用户提供：2026-07-20/39_尹卓然_1.jpg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用户提供：2026-07-20/6_邓妍洁_2.jpg</a:t>
            </a:r>
          </a:p>
          <a:p>
            <a:r>
              <a:t>- 用户提供：2026-07-20/14_胡梓萱_1.jpg</a:t>
            </a:r>
          </a:p>
          <a:p>
            <a:r>
              <a:t>- 用户提供：2026-07-13/15_焦点点_4.jpg</a:t>
            </a:r>
          </a:p>
          <a:p>
            <a:r>
              <a:t>- 用户提供：2026-07-20/28_舒漪_1.jpg</a:t>
            </a:r>
          </a:p>
          <a:p>
            <a:r>
              <a:t>- 用户提供：2026-07-13/34_肖妙可_1.pptx（绘画页图片）</a:t>
            </a:r>
          </a:p>
          <a:p>
            <a:r>
              <a:t>- 用户提供：2026-07-20/38_杨梓雄_7.jpg</a:t>
            </a:r>
          </a:p>
          <a:p>
            <a:r>
              <a:t>- 用户提供：2026-07-13/44_周子钰_7.jpg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用户提供：2026-07-13/1_高瑞汐_1.jpg</a:t>
            </a:r>
          </a:p>
          <a:p>
            <a:r>
              <a:t>- 用户提供：2026-07-13/3_蔡勋翼_7.jpg</a:t>
            </a:r>
          </a:p>
          <a:p>
            <a:r>
              <a:t>- 用户提供：2026-07-13/5_陈维懋_1.jpg</a:t>
            </a:r>
          </a:p>
          <a:p>
            <a:r>
              <a:t>- 用户提供：2026-07-13/17_李世善_3.jpg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用户提供：2026-07-20/18_李思钰_4.jpg</a:t>
            </a:r>
          </a:p>
          <a:p>
            <a:r>
              <a:t>- 用户提供：2026-07-20/33_肖旷然_2.jpg</a:t>
            </a:r>
          </a:p>
          <a:p>
            <a:r>
              <a:t>- 用户提供：2026-07-20/46_庄锦慧_1.jpg</a:t>
            </a:r>
          </a:p>
          <a:p>
            <a:r>
              <a:t>- 用户提供：2026-07-20/王奕晨_1.jpg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用户提供：2026-07-13/23_缪奕安_1.pptx（第6页）</a:t>
            </a:r>
          </a:p>
          <a:p>
            <a:r>
              <a:t>- 用户提供：2026-07-13/34_肖妙可_1.pptx（第6页）</a:t>
            </a:r>
          </a:p>
          <a:p>
            <a:r>
              <a:t>- 用户提供：2026-07-20/23_缪奕安_1.pptx（第5页）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用户提供：2026-07-13、2026-07-20 两个原始文件夹（按姓名去重统计）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用户提供：2026-07-13、2026-07-20 两个原始文件夹（34名参与学生清单）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用户提供：用户提供的两周学生打卡资料（总结性收束）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jpeg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7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Picture-3-4-backing"/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/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0" y="323850"/>
            <a:ext cx="6096000" cy="575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t="12112" b="12112"/>
          <a:stretch>
            <a:fillRect/>
          </a:stretch>
        </p:blipFill>
        <p:spPr>
          <a:xfrm>
            <a:off x="6267450" y="400050"/>
            <a:ext cx="5524500" cy="5581650"/>
          </a:xfrm>
          <a:prstGeom prst="roundRect">
            <a:avLst>
              <a:gd name="adj" fmla="val 2759"/>
            </a:avLst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495300" y="552450"/>
            <a:ext cx="7048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cover-title"/>
          <p:cNvSpPr>
            <a:spLocks noGrp="1"/>
          </p:cNvSpPr>
          <p:nvPr/>
        </p:nvSpPr>
        <p:spPr>
          <a:xfrm>
            <a:off x="495300" y="163830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60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</a:t>
            </a:r>
            <a:endParaRPr sz="60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6000"/>
              </a:lnSpc>
              <a:buNone/>
              <a:defRPr sz="60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暑假日常</a:t>
            </a:r>
            <a:endParaRPr sz="60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37719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22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4686300"/>
            <a:ext cx="4857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07.13-07.26</a:t>
            </a:r>
            <a:endParaRPr sz="17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这两周，孩子们就是这样过暑假的。</a:t>
            </a:r>
            <a:endParaRPr sz="17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01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ounded-Rectangle-5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2" name="Rounded-Rectangle-6-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3" name="Rounded-Rectangle-7-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Slide-Number-Placeholder-1-4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Title-2-5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Content-Placeholder-9-6"/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Content-Placeholder-10-7"/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8" name="Content-Placeholder-11-8"/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9" name="Content-Placeholder-9-9"/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0" name="Content-Placeholder-9-10"/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1" name="Content-Placeholder-9-11"/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2" name="Content-Placeholder-15-12"/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3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两周里，34位同学分享了213个生活片段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12001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193张照片、17段视频和3份小报，记下了书桌前、球场上、厨房里和旅途中的日常。</a:t>
            </a:r>
            <a:endParaRPr sz="18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333750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5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" y="44386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位同学</a:t>
            </a:r>
            <a:endParaRPr sz="21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5800" y="50673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一起分享暑假日常</a:t>
            </a:r>
            <a:endParaRPr sz="15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00575" y="3333750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54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213</a:t>
            </a:r>
            <a:endParaRPr sz="54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00575" y="44386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份记录</a:t>
            </a:r>
            <a:endParaRPr sz="21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600575" y="50673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照片、视频，还有小报</a:t>
            </a:r>
            <a:endParaRPr sz="15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524875" y="3333750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9:57</a:t>
            </a:r>
            <a:endParaRPr sz="5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24875" y="44386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视频时长</a:t>
            </a:r>
            <a:endParaRPr sz="21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524875" y="50673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视频里也有不少好玩的事</a:t>
            </a:r>
            <a:endParaRPr sz="15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02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Content-Placeholder-15-4"/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Text-Placeholder-16-5"/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17-6"/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Text-Placeholder-18-7"/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8" name="Text-Placeholder-16-9"/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9" name="Content-Placeholder-17-10"/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0" name="Text-Placeholder-18-11"/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1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书桌前，大家也各忙各的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7960" b="7960"/>
          <a:stretch>
            <a:fillRect/>
          </a:stretch>
        </p:blipFill>
        <p:spPr>
          <a:xfrm>
            <a:off x="4953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3" name="caption-陈静菡"/>
          <p:cNvSpPr>
            <a:spLocks noGrp="1"/>
          </p:cNvSpPr>
          <p:nvPr/>
        </p:nvSpPr>
        <p:spPr>
          <a:xfrm>
            <a:off x="4953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陈静菡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认真整理语文笔记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rcRect t="26353" b="26353"/>
          <a:stretch>
            <a:fillRect/>
          </a:stretch>
        </p:blipFill>
        <p:spPr>
          <a:xfrm>
            <a:off x="33909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5" name="caption-胡筝"/>
          <p:cNvSpPr>
            <a:spLocks noGrp="1"/>
          </p:cNvSpPr>
          <p:nvPr/>
        </p:nvSpPr>
        <p:spPr>
          <a:xfrm>
            <a:off x="33909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胡筝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把每天的学习记在表格里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rcRect t="26353" b="26353"/>
          <a:stretch>
            <a:fillRect/>
          </a:stretch>
        </p:blipFill>
        <p:spPr>
          <a:xfrm>
            <a:off x="62865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7" name="caption-李睿琪"/>
          <p:cNvSpPr>
            <a:spLocks noGrp="1"/>
          </p:cNvSpPr>
          <p:nvPr/>
        </p:nvSpPr>
        <p:spPr>
          <a:xfrm>
            <a:off x="62865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李睿琪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按自己的计划完成作业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1583531"/>
            <a:ext cx="2514600" cy="1414463"/>
          </a:xfrm>
          <a:prstGeom prst="roundRect">
            <a:avLst>
              <a:gd name="adj" fmla="val 5917"/>
            </a:avLst>
          </a:prstGeom>
        </p:spPr>
      </p:pic>
      <p:sp>
        <p:nvSpPr>
          <p:cNvPr id="19" name="caption-缪奕安"/>
          <p:cNvSpPr>
            <a:spLocks noGrp="1"/>
          </p:cNvSpPr>
          <p:nvPr/>
        </p:nvSpPr>
        <p:spPr>
          <a:xfrm>
            <a:off x="9182100" y="3152775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缪奕安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五天读完《红星照耀中国》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rcRect l="14369" r="14369"/>
          <a:stretch>
            <a:fillRect/>
          </a:stretch>
        </p:blipFill>
        <p:spPr>
          <a:xfrm>
            <a:off x="495300" y="3857625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21" name="caption-钱肖白"/>
          <p:cNvSpPr>
            <a:spLocks noGrp="1"/>
          </p:cNvSpPr>
          <p:nvPr/>
        </p:nvSpPr>
        <p:spPr>
          <a:xfrm>
            <a:off x="495300" y="552450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钱肖白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一道一道完成练习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6"/>
          <a:srcRect t="26353" b="26353"/>
          <a:stretch>
            <a:fillRect/>
          </a:stretch>
        </p:blipFill>
        <p:spPr>
          <a:xfrm>
            <a:off x="3390900" y="3857625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23" name="caption-许诺"/>
          <p:cNvSpPr>
            <a:spLocks noGrp="1"/>
          </p:cNvSpPr>
          <p:nvPr/>
        </p:nvSpPr>
        <p:spPr>
          <a:xfrm>
            <a:off x="3390900" y="552450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许诺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订正后再看一遍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0" y="4000500"/>
            <a:ext cx="55245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86500" y="43053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各有各的节奏</a:t>
            </a:r>
            <a:endParaRPr sz="21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86500" y="4905375"/>
            <a:ext cx="2514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有人读书，有人订正，也有人给自己列好一周的计划。</a:t>
            </a:r>
            <a:endParaRPr sz="16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82100" y="4000500"/>
            <a:ext cx="55245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82100" y="43053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一点一点记下来</a:t>
            </a:r>
            <a:endParaRPr sz="21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82100" y="4905375"/>
            <a:ext cx="2514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翻过几页书、弄懂一道题，都是这两周真实的小收获。</a:t>
            </a:r>
            <a:endParaRPr sz="16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03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Picture-3-4-backing"/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/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0" y="323850"/>
            <a:ext cx="6096000" cy="575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有空动一动，也坐下来做点喜欢的事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t="37042" b="37042"/>
          <a:stretch>
            <a:fillRect/>
          </a:stretch>
        </p:blipFill>
        <p:spPr>
          <a:xfrm>
            <a:off x="495300" y="1524000"/>
            <a:ext cx="5143500" cy="2362200"/>
          </a:xfrm>
          <a:prstGeom prst="roundRect">
            <a:avLst>
              <a:gd name="adj" fmla="val 4032"/>
            </a:avLst>
          </a:prstGeom>
        </p:spPr>
      </p:pic>
      <p:sp>
        <p:nvSpPr>
          <p:cNvPr id="9" name="caption-张梓宁"/>
          <p:cNvSpPr>
            <a:spLocks noGrp="1"/>
          </p:cNvSpPr>
          <p:nvPr/>
        </p:nvSpPr>
        <p:spPr>
          <a:xfrm>
            <a:off x="495300" y="3943350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张梓宁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安安静静做拼豆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t="32418" b="32418"/>
          <a:stretch>
            <a:fillRect/>
          </a:stretch>
        </p:blipFill>
        <p:spPr>
          <a:xfrm>
            <a:off x="495300" y="4572000"/>
            <a:ext cx="2476500" cy="1162050"/>
          </a:xfrm>
          <a:prstGeom prst="roundRect">
            <a:avLst>
              <a:gd name="adj" fmla="val 8197"/>
            </a:avLst>
          </a:prstGeom>
        </p:spPr>
      </p:pic>
      <p:sp>
        <p:nvSpPr>
          <p:cNvPr id="11" name="caption-彭子轩"/>
          <p:cNvSpPr>
            <a:spLocks noGrp="1"/>
          </p:cNvSpPr>
          <p:nvPr/>
        </p:nvSpPr>
        <p:spPr>
          <a:xfrm>
            <a:off x="495300" y="57912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99"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彭子轩</a:t>
            </a:r>
            <a:endParaRPr sz="14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晚上的球场也很热闹</a:t>
            </a:r>
            <a:endParaRPr sz="14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36803" b="36803"/>
          <a:stretch>
            <a:fillRect/>
          </a:stretch>
        </p:blipFill>
        <p:spPr>
          <a:xfrm>
            <a:off x="3162300" y="4572000"/>
            <a:ext cx="2476500" cy="1162050"/>
          </a:xfrm>
          <a:prstGeom prst="roundRect">
            <a:avLst>
              <a:gd name="adj" fmla="val 8197"/>
            </a:avLst>
          </a:prstGeom>
        </p:spPr>
      </p:pic>
      <p:sp>
        <p:nvSpPr>
          <p:cNvPr id="13" name="caption-段朝荣"/>
          <p:cNvSpPr>
            <a:spLocks noGrp="1"/>
          </p:cNvSpPr>
          <p:nvPr/>
        </p:nvSpPr>
        <p:spPr>
          <a:xfrm>
            <a:off x="3162300" y="57912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99"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段朝荣</a:t>
            </a:r>
            <a:endParaRPr sz="14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在户外跳跳绳</a:t>
            </a:r>
            <a:endParaRPr sz="14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rcRect t="9922" b="9922"/>
          <a:stretch>
            <a:fillRect/>
          </a:stretch>
        </p:blipFill>
        <p:spPr>
          <a:xfrm>
            <a:off x="5905500" y="1524000"/>
            <a:ext cx="27432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5" name="caption-郭凯泽"/>
          <p:cNvSpPr>
            <a:spLocks noGrp="1"/>
          </p:cNvSpPr>
          <p:nvPr/>
        </p:nvSpPr>
        <p:spPr>
          <a:xfrm>
            <a:off x="5905500" y="3228975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54"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郭凯泽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旅途中也去玩玩水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rcRect t="36787" b="36787"/>
          <a:stretch>
            <a:fillRect/>
          </a:stretch>
        </p:blipFill>
        <p:spPr>
          <a:xfrm>
            <a:off x="8877300" y="1524000"/>
            <a:ext cx="28194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7" name="caption-李易辰"/>
          <p:cNvSpPr>
            <a:spLocks noGrp="1"/>
          </p:cNvSpPr>
          <p:nvPr/>
        </p:nvSpPr>
        <p:spPr>
          <a:xfrm>
            <a:off x="8877300" y="3228975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54"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李易辰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挥拍、接球，再来一回合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rcRect t="27474" b="27474"/>
          <a:stretch>
            <a:fillRect/>
          </a:stretch>
        </p:blipFill>
        <p:spPr>
          <a:xfrm>
            <a:off x="5905500" y="3905250"/>
            <a:ext cx="27432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9" name="caption-张立璞"/>
          <p:cNvSpPr>
            <a:spLocks noGrp="1"/>
          </p:cNvSpPr>
          <p:nvPr/>
        </p:nvSpPr>
        <p:spPr>
          <a:xfrm>
            <a:off x="5905500" y="5610225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54"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张立璞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晚风里跳一会儿绳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rcRect t="33573" b="33573"/>
          <a:stretch>
            <a:fillRect/>
          </a:stretch>
        </p:blipFill>
        <p:spPr>
          <a:xfrm>
            <a:off x="8877300" y="3905250"/>
            <a:ext cx="28194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21" name="caption-朱海铭"/>
          <p:cNvSpPr>
            <a:spLocks noGrp="1"/>
          </p:cNvSpPr>
          <p:nvPr/>
        </p:nvSpPr>
        <p:spPr>
          <a:xfrm>
            <a:off x="8877300" y="5610225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54"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朱海铭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和伙伴一起打篮球</a:t>
            </a:r>
            <a:endParaRPr sz="1500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04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Content-Placeholder-1-5"/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2-6"/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这个暑假，也来帮家里搭把手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31464" b="31464"/>
          <a:stretch>
            <a:fillRect/>
          </a:stretch>
        </p:blipFill>
        <p:spPr>
          <a:xfrm>
            <a:off x="495300" y="1485900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8" name="caption-龚哲"/>
          <p:cNvSpPr>
            <a:spLocks noGrp="1"/>
          </p:cNvSpPr>
          <p:nvPr/>
        </p:nvSpPr>
        <p:spPr>
          <a:xfrm>
            <a:off x="495300" y="3190875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龚哲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穿上红马甲，认真帮忙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rcRect t="31464" b="31464"/>
          <a:stretch>
            <a:fillRect/>
          </a:stretch>
        </p:blipFill>
        <p:spPr>
          <a:xfrm>
            <a:off x="495300" y="3857625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0" name="caption-何辰萱"/>
          <p:cNvSpPr>
            <a:spLocks noGrp="1"/>
          </p:cNvSpPr>
          <p:nvPr/>
        </p:nvSpPr>
        <p:spPr>
          <a:xfrm>
            <a:off x="495300" y="556260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何辰萱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在灶台边试着做一道菜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31479" b="31479"/>
          <a:stretch>
            <a:fillRect/>
          </a:stretch>
        </p:blipFill>
        <p:spPr>
          <a:xfrm>
            <a:off x="4191000" y="1485900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2" name="caption-刘瑾萱"/>
          <p:cNvSpPr>
            <a:spLocks noGrp="1"/>
          </p:cNvSpPr>
          <p:nvPr/>
        </p:nvSpPr>
        <p:spPr>
          <a:xfrm>
            <a:off x="4191000" y="3190875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刘瑾萱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顺手把家里收拾干净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rcRect t="38649" b="38649"/>
          <a:stretch>
            <a:fillRect/>
          </a:stretch>
        </p:blipFill>
        <p:spPr>
          <a:xfrm>
            <a:off x="4191000" y="3857625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4" name="caption-彭皓"/>
          <p:cNvSpPr>
            <a:spLocks noGrp="1"/>
          </p:cNvSpPr>
          <p:nvPr/>
        </p:nvSpPr>
        <p:spPr>
          <a:xfrm>
            <a:off x="4191000" y="556260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彭皓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切菜、下锅，忙得很认真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rcRect t="31464" b="31464"/>
          <a:stretch>
            <a:fillRect/>
          </a:stretch>
        </p:blipFill>
        <p:spPr>
          <a:xfrm>
            <a:off x="7886700" y="1485900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6" name="caption-盛雨秋"/>
          <p:cNvSpPr>
            <a:spLocks noGrp="1"/>
          </p:cNvSpPr>
          <p:nvPr/>
        </p:nvSpPr>
        <p:spPr>
          <a:xfrm>
            <a:off x="7886700" y="3190875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盛雨秋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家里的小问题，也来试一试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rcRect t="31500" b="31500"/>
          <a:stretch>
            <a:fillRect/>
          </a:stretch>
        </p:blipFill>
        <p:spPr>
          <a:xfrm>
            <a:off x="7886700" y="3857625"/>
            <a:ext cx="333375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8" name="caption-尹卓然"/>
          <p:cNvSpPr>
            <a:spLocks noGrp="1"/>
          </p:cNvSpPr>
          <p:nvPr/>
        </p:nvSpPr>
        <p:spPr>
          <a:xfrm>
            <a:off x="7886700" y="556260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尹卓然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端上一盘热乎乎的家常菜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05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Content-Placeholder-15-4"/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Text-Placeholder-16-5"/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17-6"/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Text-Placeholder-18-7"/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8" name="Text-Placeholder-16-9"/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9" name="Content-Placeholder-17-10"/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0" name="Text-Placeholder-18-11"/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1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做喜欢的事，时间一下就过去了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 t="26375" b="26375"/>
          <a:stretch>
            <a:fillRect/>
          </a:stretch>
        </p:blipFill>
        <p:spPr>
          <a:xfrm>
            <a:off x="4953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3" name="caption-邓妍洁"/>
          <p:cNvSpPr>
            <a:spLocks noGrp="1"/>
          </p:cNvSpPr>
          <p:nvPr/>
        </p:nvSpPr>
        <p:spPr>
          <a:xfrm>
            <a:off x="4953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邓妍洁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赛车模型快搭好了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rcRect t="32264" b="32264"/>
          <a:stretch>
            <a:fillRect/>
          </a:stretch>
        </p:blipFill>
        <p:spPr>
          <a:xfrm>
            <a:off x="33909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5" name="caption-胡梓萱"/>
          <p:cNvSpPr>
            <a:spLocks noGrp="1"/>
          </p:cNvSpPr>
          <p:nvPr/>
        </p:nvSpPr>
        <p:spPr>
          <a:xfrm>
            <a:off x="33909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胡梓萱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今天也弹一会儿琴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t="2705" b="2705"/>
          <a:stretch>
            <a:fillRect/>
          </a:stretch>
        </p:blipFill>
        <p:spPr>
          <a:xfrm>
            <a:off x="6286500" y="1485900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7" name="caption-焦点点"/>
          <p:cNvSpPr>
            <a:spLocks noGrp="1"/>
          </p:cNvSpPr>
          <p:nvPr/>
        </p:nvSpPr>
        <p:spPr>
          <a:xfrm>
            <a:off x="6286500" y="3152775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焦点点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在舞台上留下音乐时光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rcRect t="32007" b="32007"/>
          <a:stretch>
            <a:fillRect/>
          </a:stretch>
        </p:blipFill>
        <p:spPr>
          <a:xfrm>
            <a:off x="9182100" y="1485900"/>
            <a:ext cx="25146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19" name="caption-舒漪"/>
          <p:cNvSpPr>
            <a:spLocks noGrp="1"/>
          </p:cNvSpPr>
          <p:nvPr/>
        </p:nvSpPr>
        <p:spPr>
          <a:xfrm>
            <a:off x="9182100" y="3152775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舒漪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一块一块，慢慢拼起来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756" y="3857625"/>
            <a:ext cx="1093788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21" name="caption-肖妙可"/>
          <p:cNvSpPr>
            <a:spLocks noGrp="1"/>
          </p:cNvSpPr>
          <p:nvPr/>
        </p:nvSpPr>
        <p:spPr>
          <a:xfrm>
            <a:off x="495300" y="552450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肖妙可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把看到的细节画下来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6"/>
          <a:srcRect t="26353" b="26353"/>
          <a:stretch>
            <a:fillRect/>
          </a:stretch>
        </p:blipFill>
        <p:spPr>
          <a:xfrm>
            <a:off x="3390900" y="3857625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23" name="caption-杨梓雄"/>
          <p:cNvSpPr>
            <a:spLocks noGrp="1"/>
          </p:cNvSpPr>
          <p:nvPr/>
        </p:nvSpPr>
        <p:spPr>
          <a:xfrm>
            <a:off x="3390900" y="552450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杨梓雄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拉一段熟悉的旋律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7"/>
          <a:srcRect t="2705" b="2705"/>
          <a:stretch>
            <a:fillRect/>
          </a:stretch>
        </p:blipFill>
        <p:spPr>
          <a:xfrm>
            <a:off x="6286500" y="3857625"/>
            <a:ext cx="2552700" cy="1609725"/>
          </a:xfrm>
          <a:prstGeom prst="roundRect">
            <a:avLst>
              <a:gd name="adj" fmla="val 5917"/>
            </a:avLst>
          </a:prstGeom>
        </p:spPr>
      </p:pic>
      <p:sp>
        <p:nvSpPr>
          <p:cNvPr id="25" name="caption-周子钰"/>
          <p:cNvSpPr>
            <a:spLocks noGrp="1"/>
          </p:cNvSpPr>
          <p:nvPr/>
        </p:nvSpPr>
        <p:spPr>
          <a:xfrm>
            <a:off x="6286500" y="552450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61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周子钰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灯光亮起，认真跳完一支舞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82100" y="4000500"/>
            <a:ext cx="55245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82100" y="4305300"/>
            <a:ext cx="2514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暑假的小兴趣</a:t>
            </a:r>
            <a:endParaRPr sz="225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82100" y="5095875"/>
            <a:ext cx="2514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279"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弹琴、画画、跳舞，</a:t>
            </a:r>
            <a:endParaRPr sz="16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或者搭一辆赛车。</a:t>
            </a:r>
            <a:endParaRPr sz="16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暑假各有各的玩法。</a:t>
            </a:r>
            <a:endParaRPr sz="16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06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和家人出去走走，看看不一样的风景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39463" b="39463"/>
          <a:stretch>
            <a:fillRect/>
          </a:stretch>
        </p:blipFill>
        <p:spPr>
          <a:xfrm>
            <a:off x="495300" y="1485900"/>
            <a:ext cx="5334000" cy="1666875"/>
          </a:xfrm>
          <a:prstGeom prst="roundRect">
            <a:avLst>
              <a:gd name="adj" fmla="val 5714"/>
            </a:avLst>
          </a:prstGeom>
        </p:spPr>
      </p:pic>
      <p:sp>
        <p:nvSpPr>
          <p:cNvPr id="9" name="caption-高瑞汐"/>
          <p:cNvSpPr>
            <a:spLocks noGrp="1"/>
          </p:cNvSpPr>
          <p:nvPr/>
        </p:nvSpPr>
        <p:spPr>
          <a:xfrm>
            <a:off x="495300" y="320992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9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高瑞汐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登到山顶，吹吹风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 t="23087" b="23087"/>
          <a:stretch>
            <a:fillRect/>
          </a:stretch>
        </p:blipFill>
        <p:spPr>
          <a:xfrm>
            <a:off x="6191250" y="1485900"/>
            <a:ext cx="5505450" cy="1666875"/>
          </a:xfrm>
          <a:prstGeom prst="roundRect">
            <a:avLst>
              <a:gd name="adj" fmla="val 5714"/>
            </a:avLst>
          </a:prstGeom>
        </p:spPr>
      </p:pic>
      <p:sp>
        <p:nvSpPr>
          <p:cNvPr id="11" name="caption-蔡勋翼"/>
          <p:cNvSpPr>
            <a:spLocks noGrp="1"/>
          </p:cNvSpPr>
          <p:nvPr/>
        </p:nvSpPr>
        <p:spPr>
          <a:xfrm>
            <a:off x="6191250" y="3209925"/>
            <a:ext cx="5505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9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蔡勋翼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随手拍下城市夜色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222" y="3857625"/>
            <a:ext cx="1250156" cy="1666875"/>
          </a:xfrm>
          <a:prstGeom prst="roundRect">
            <a:avLst>
              <a:gd name="adj" fmla="val 5714"/>
            </a:avLst>
          </a:prstGeom>
        </p:spPr>
      </p:pic>
      <p:sp>
        <p:nvSpPr>
          <p:cNvPr id="13" name="caption-陈维懋"/>
          <p:cNvSpPr>
            <a:spLocks noGrp="1"/>
          </p:cNvSpPr>
          <p:nvPr/>
        </p:nvSpPr>
        <p:spPr>
          <a:xfrm>
            <a:off x="495300" y="55816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9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陈维懋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和家人一起出门走走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rcRect t="29815" b="29815"/>
          <a:stretch>
            <a:fillRect/>
          </a:stretch>
        </p:blipFill>
        <p:spPr>
          <a:xfrm>
            <a:off x="6191250" y="3857625"/>
            <a:ext cx="5505450" cy="1666875"/>
          </a:xfrm>
          <a:prstGeom prst="roundRect">
            <a:avLst>
              <a:gd name="adj" fmla="val 5714"/>
            </a:avLst>
          </a:prstGeom>
        </p:spPr>
      </p:pic>
      <p:sp>
        <p:nvSpPr>
          <p:cNvPr id="15" name="caption-李世善"/>
          <p:cNvSpPr>
            <a:spLocks noGrp="1"/>
          </p:cNvSpPr>
          <p:nvPr/>
        </p:nvSpPr>
        <p:spPr>
          <a:xfrm>
            <a:off x="6191250" y="5581650"/>
            <a:ext cx="5505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9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李世善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在沙漠里遇见不同的风景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07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Picture-3-4-backing"/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/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0" y="323850"/>
            <a:ext cx="6096000" cy="575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走走看看，暑假里有不少新鲜见闻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1238250"/>
            <a:ext cx="514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有人把旅途做成小报，也有人在园林、展馆和小店里慢慢逛。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259806"/>
            <a:ext cx="5143500" cy="2909888"/>
          </a:xfrm>
          <a:prstGeom prst="roundRect">
            <a:avLst>
              <a:gd name="adj" fmla="val 2976"/>
            </a:avLst>
          </a:prstGeom>
        </p:spPr>
      </p:pic>
      <p:sp>
        <p:nvSpPr>
          <p:cNvPr id="10" name="caption-王奕晨"/>
          <p:cNvSpPr>
            <a:spLocks noGrp="1"/>
          </p:cNvSpPr>
          <p:nvPr/>
        </p:nvSpPr>
        <p:spPr>
          <a:xfrm>
            <a:off x="495300" y="5372100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王奕晨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把济南之行做成一页小报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rcRect t="38405" b="38405"/>
          <a:stretch>
            <a:fillRect/>
          </a:stretch>
        </p:blipFill>
        <p:spPr>
          <a:xfrm>
            <a:off x="5905500" y="1333500"/>
            <a:ext cx="5791200" cy="1790700"/>
          </a:xfrm>
          <a:prstGeom prst="roundRect">
            <a:avLst>
              <a:gd name="adj" fmla="val 5319"/>
            </a:avLst>
          </a:prstGeom>
        </p:spPr>
      </p:pic>
      <p:sp>
        <p:nvSpPr>
          <p:cNvPr id="12" name="caption-李思钰"/>
          <p:cNvSpPr>
            <a:spLocks noGrp="1"/>
          </p:cNvSpPr>
          <p:nvPr/>
        </p:nvSpPr>
        <p:spPr>
          <a:xfrm>
            <a:off x="5905500" y="3181350"/>
            <a:ext cx="5791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李思钰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在水乡园林里走一走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495" b="27495"/>
          <a:stretch>
            <a:fillRect/>
          </a:stretch>
        </p:blipFill>
        <p:spPr>
          <a:xfrm>
            <a:off x="5905500" y="3857625"/>
            <a:ext cx="27432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4" name="caption-肖旷然"/>
          <p:cNvSpPr>
            <a:spLocks noGrp="1"/>
          </p:cNvSpPr>
          <p:nvPr/>
        </p:nvSpPr>
        <p:spPr>
          <a:xfrm>
            <a:off x="5905500" y="55626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肖旷然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在展馆里认真看看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t="28083" b="28083"/>
          <a:stretch>
            <a:fillRect/>
          </a:stretch>
        </p:blipFill>
        <p:spPr>
          <a:xfrm>
            <a:off x="8877300" y="3857625"/>
            <a:ext cx="2819400" cy="1647825"/>
          </a:xfrm>
          <a:prstGeom prst="roundRect">
            <a:avLst>
              <a:gd name="adj" fmla="val 5780"/>
            </a:avLst>
          </a:prstGeom>
        </p:spPr>
      </p:pic>
      <p:sp>
        <p:nvSpPr>
          <p:cNvPr id="16" name="caption-庄锦慧"/>
          <p:cNvSpPr>
            <a:spLocks noGrp="1"/>
          </p:cNvSpPr>
          <p:nvPr/>
        </p:nvSpPr>
        <p:spPr>
          <a:xfrm>
            <a:off x="8877300" y="5562600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0"/>
          </a:bodyPr>
          <a:lstStyle/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庄锦慧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在文创小店留下一张合影</a:t>
            </a:r>
            <a:endParaRPr sz="157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08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除了照片，孩子们还写下了这些话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1524000"/>
            <a:ext cx="6096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7335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记住一次温暖</a:t>
            </a:r>
            <a:endParaRPr sz="1500" b="1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2190750"/>
            <a:ext cx="5238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世界上还是好人多！</a:t>
            </a:r>
            <a:endParaRPr sz="27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31623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缪奕安 · 第一周</a:t>
            </a:r>
            <a:endParaRPr sz="13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1524000"/>
            <a:ext cx="6096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1733550"/>
            <a:ext cx="550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回头看看这一周</a:t>
            </a:r>
            <a:endParaRPr sz="1500" b="1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2190750"/>
            <a:ext cx="5410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这么看，这一周好像也不无聊嘛。</a:t>
            </a:r>
            <a:endParaRPr sz="27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3162300"/>
            <a:ext cx="550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肖妙可 · 第一周</a:t>
            </a:r>
            <a:endParaRPr sz="13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5300" y="3905250"/>
            <a:ext cx="6096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95300" y="41148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读完一本书</a:t>
            </a:r>
            <a:endParaRPr sz="1500" b="1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5300" y="4572000"/>
            <a:ext cx="5238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五天读完《红星照耀中国》。</a:t>
            </a:r>
            <a:endParaRPr sz="27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5300" y="5543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缪奕安 · 第二周</a:t>
            </a:r>
            <a:endParaRPr sz="13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0" y="3905250"/>
            <a:ext cx="6096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4114800"/>
            <a:ext cx="550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照片之外</a:t>
            </a:r>
            <a:endParaRPr sz="1500" b="1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4572000"/>
            <a:ext cx="5410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照片留住了事情，几句话也留住了当时的心情。</a:t>
            </a:r>
            <a:endParaRPr sz="225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5543550"/>
            <a:ext cx="550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整理这些记录时</a:t>
            </a:r>
            <a:endParaRPr sz="1350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09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Content-Placeholder-1-5"/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2-6"/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下一周，也继续随手记一记吧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382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第二周，我们又收到了30位同学的暑假片段。第三周，有空就继续拍一拍、写一句。</a:t>
            </a:r>
            <a:endParaRPr sz="18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2400300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D7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D7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5100" b="1">
              <a:solidFill>
                <a:srgbClr val="D7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3543300"/>
            <a:ext cx="685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3876675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拍下一个小片段</a:t>
            </a:r>
            <a:endParaRPr sz="2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4610100"/>
            <a:ext cx="323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一两张照片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或一小段视频，就很好。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91000" y="2400300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5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191000" y="3543300"/>
            <a:ext cx="685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91000" y="3876675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留下一句自己的话</a:t>
            </a:r>
            <a:endParaRPr sz="2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191000" y="4610100"/>
            <a:ext cx="323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今天做了什么？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最开心、最好奇的是什么？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86700" y="2400300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D7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D7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5100" b="1">
              <a:solidFill>
                <a:srgbClr val="D7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86700" y="3543300"/>
            <a:ext cx="685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86700" y="3876675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发之前看一眼</a:t>
            </a:r>
            <a:endParaRPr sz="2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86700" y="4610100"/>
            <a:ext cx="323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别带上账号、健康数据，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也尽量避开他人的正脸。</a:t>
            </a:r>
            <a:endParaRPr sz="17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10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Content-Placeholder-15-4"/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Text-Placeholder-16-5"/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5" name="Content-Placeholder-17-6"/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6" name="Text-Placeholder-18-7"/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8" name="Text-Placeholder-16-9"/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9" name="Content-Placeholder-17-10"/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0" name="Text-Placeholder-18-11"/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1" name="slide-title"/>
          <p:cNvSpPr>
            <a:spLocks noGrp="1"/>
          </p:cNvSpPr>
          <p:nvPr/>
        </p:nvSpPr>
        <p:spPr>
          <a:xfrm>
            <a:off x="495300" y="323850"/>
            <a:ext cx="1120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这两周，大家都留下了自己的小片段</a:t>
            </a:r>
            <a:endParaRPr sz="36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5300" y="120015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有的是一张照片，有的是一段视频，也有同学把暑假做成了自己的小报。</a:t>
            </a:r>
            <a:endParaRPr sz="187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000250"/>
            <a:ext cx="4953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2305050"/>
            <a:ext cx="209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304"/>
          </a:bodyPr>
          <a:lstStyle/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高瑞汐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蔡勋翼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陈静菡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陈维懋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邓妍洁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段朝荣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龚哲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郭凯泽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何辰萱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19500" y="2000250"/>
            <a:ext cx="4953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19500" y="2305050"/>
            <a:ext cx="209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304"/>
          </a:bodyPr>
          <a:lstStyle/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胡筝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胡梓萱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焦点点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李睿琪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李世善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李思钰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李易辰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刘瑾萱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缪奕安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2000250"/>
            <a:ext cx="4953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2305050"/>
            <a:ext cx="209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17"/>
          </a:bodyPr>
          <a:lstStyle/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彭皓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彭子轩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钱肖白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盛雨秋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舒漪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王奕晨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肖旷然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肖妙可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58300" y="2000250"/>
            <a:ext cx="4953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258300" y="2305050"/>
            <a:ext cx="209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17"/>
          </a:bodyPr>
          <a:lstStyle/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许诺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杨梓雄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尹卓然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张立璞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张梓宁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周子钰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朱海铭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庄锦慧</a:t>
            </a:r>
            <a:endParaRPr sz="2175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11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590550"/>
            <a:ext cx="7048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8001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两周小记 · 下周见</a:t>
            </a:r>
            <a:endParaRPr sz="1650" b="1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losing-title"/>
          <p:cNvSpPr>
            <a:spLocks noGrp="1"/>
          </p:cNvSpPr>
          <p:nvPr/>
        </p:nvSpPr>
        <p:spPr>
          <a:xfrm>
            <a:off x="495300" y="1981200"/>
            <a:ext cx="10572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谢谢你们，把这个夏天分享给我们</a:t>
            </a:r>
            <a:endParaRPr sz="5400" b="1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752850"/>
            <a:ext cx="666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23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谢谢孩子们愿意分享，</a:t>
            </a:r>
            <a:endParaRPr sz="23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23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113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也谢谢家长们在镜头外悄悄陪伴。</a:t>
            </a:r>
            <a:endParaRPr sz="2325" b="0">
              <a:solidFill>
                <a:srgbClr val="1113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64389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2026暑假 · 第1-2周小记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6438900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D64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仅用于班级内部交流，请勿转发 · 12</a:t>
            </a:r>
            <a:endParaRPr sz="1125" b="0">
              <a:solidFill>
                <a:srgbClr val="5D64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2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3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4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5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6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7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8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9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10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11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ags/tag12.xml><?xml version="1.0" encoding="utf-8"?>
<p:tagLst xmlns:p="http://schemas.openxmlformats.org/presentationml/2006/main">
  <p:tag name="KSO_WM_DIAGRAM_VIRTUALLY_FRAME" val="{&quot;height&quot;:234,&quot;left&quot;:30.997480314960633,&quot;top&quot;:237.99748031496065,&quot;width&quot;:898.2150393700788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WPS 演示</Application>
  <PresentationFormat>Converted Presentation</PresentationFormat>
  <Paragraphs>395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Helvetica Neue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89418</cp:lastModifiedBy>
  <cp:revision>1</cp:revision>
  <dcterms:created xsi:type="dcterms:W3CDTF">2026-07-28T03:33:53Z</dcterms:created>
  <dcterms:modified xsi:type="dcterms:W3CDTF">2026-07-28T03:33:53Z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9887C266F19248CDB5ABFD433A4C7EB4_12</vt:lpwstr>
  </property>
  <property fmtid="{D5CDD505-2E9C-101B-9397-08002B2CF9AE}" pid="3" name="KSOProductBuildVer">
    <vt:lpwstr>2052-12.1.0.26895</vt:lpwstr>
  </property>
</Properties>
</file>